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6CFC7-99A4-4BC9-8C31-203D132A53AE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76A40-C3F8-42CF-8BDD-E280192E7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69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3B6C-BBE4-4241-9F70-971B7753C113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0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C3017-9C0A-404B-B341-44A1CAB787B3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7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2C62-3519-4C42-A739-A7CDC106A15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E9AE-42BD-47D5-8D81-3DE81D41A7E8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2EA6-D170-436D-B8BD-ED487A3F22C1}" type="datetime1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6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D4F-D6A9-4AF8-A3A8-2B0967A438F8}" type="datetime1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2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74F5-B115-44AC-9519-1DD3B260D7A1}" type="datetime1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D0F-FD5B-4526-B47D-B3ABD37B2F86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0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96F5-99D5-42B0-9D1C-47415542EBA8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3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08325-E2C4-4463-9280-74F4DADD767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F9-1989-49AF-BCCD-0FA75C78BBEA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6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FEA72-E47D-4695-A562-5037C39596B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21AIM67-Mini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23331" y="4038767"/>
            <a:ext cx="5121884" cy="1655762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 Guide 1 name, Designation, Dept, NHCE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 Guide 2 name, Designation, Dept, NHCE</a:t>
            </a:r>
          </a:p>
          <a:p>
            <a:pPr marL="0" indent="0" algn="ctr">
              <a:buNone/>
            </a:pP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47165" y="1866379"/>
            <a:ext cx="8755038" cy="135449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1924" y="4035065"/>
            <a:ext cx="4558352" cy="205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Presented By	</a:t>
            </a: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lang="en-US" sz="1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XYZ                     1NH22CSXYZ</a:t>
            </a: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lang="en-US" sz="1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XYZ                     1NH22CSXYZ</a:t>
            </a: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lang="en-US" sz="1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XYZ                     1NH22CSXYZ</a:t>
            </a: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lang="en-US" sz="1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XYZ                     1NH22CSXYZ</a:t>
            </a: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endParaRPr lang="en-US" sz="1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  <a:spcBef>
                <a:spcPts val="1000"/>
              </a:spcBef>
            </a:pPr>
            <a:endParaRPr lang="en-US" sz="1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67" y="169179"/>
            <a:ext cx="9453093" cy="135449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A6FAD1-C6C9-3B8A-1FFE-1A422F4B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759360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779" y="1365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4779" y="1253330"/>
            <a:ext cx="11045180" cy="5103019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and objectives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Functional/Nonfunctional requirements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data collection methods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Approach ( If the project is interdisciplinary)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Strategy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6B5CF-30AF-7D5C-8B82-8A478BD9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312653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63" y="1365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63" y="1733550"/>
            <a:ext cx="10515600" cy="4351338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  <a:p>
            <a:pPr lvl="2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114841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9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14973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67192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84275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Functional/Nonfunctional requirements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379337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  <a:p>
            <a:pPr lvl="2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methods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1749236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Strategy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56580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23838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787EB-9EE5-3F4F-B43F-5DA58028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INTERDISCIPLINARY  PROJECT PHASE - 1</a:t>
            </a:r>
          </a:p>
        </p:txBody>
      </p:sp>
      <p:pic>
        <p:nvPicPr>
          <p:cNvPr id="1026" name="Picture 2" descr="Job Interview Thank You Email ...">
            <a:extLst>
              <a:ext uri="{FF2B5EF4-FFF2-40B4-BE49-F238E27FC236}">
                <a16:creationId xmlns:a16="http://schemas.microsoft.com/office/drawing/2014/main" id="{96B7ACAD-1A02-66CD-5057-F9E8D5AAA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81" y="1310368"/>
            <a:ext cx="8842198" cy="393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237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209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PROJECT TITLE</vt:lpstr>
      <vt:lpstr>Outline</vt:lpstr>
      <vt:lpstr>Introduction</vt:lpstr>
      <vt:lpstr>Introduction</vt:lpstr>
      <vt:lpstr>Introduction</vt:lpstr>
      <vt:lpstr>Background</vt:lpstr>
      <vt:lpstr>Background</vt:lpstr>
      <vt:lpstr>Background</vt:lpstr>
      <vt:lpstr>Requirement Specification</vt:lpstr>
      <vt:lpstr>Methodology</vt:lpstr>
      <vt:lpstr>Interdisciplinary Approach</vt:lpstr>
      <vt:lpstr>Conclusion and 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HAI</dc:creator>
  <cp:lastModifiedBy>Asha Rani Borah</cp:lastModifiedBy>
  <cp:revision>71</cp:revision>
  <dcterms:created xsi:type="dcterms:W3CDTF">2022-07-15T05:39:19Z</dcterms:created>
  <dcterms:modified xsi:type="dcterms:W3CDTF">2025-05-13T20:06:44Z</dcterms:modified>
</cp:coreProperties>
</file>